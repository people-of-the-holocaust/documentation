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</p:sldMasterIdLst>
  <p:notesMasterIdLst>
    <p:notesMasterId r:id="rId10"/>
  </p:notesMasterIdLst>
  <p:sldIdLst>
    <p:sldId id="256" r:id="rId2"/>
    <p:sldId id="264" r:id="rId3"/>
    <p:sldId id="258" r:id="rId4"/>
    <p:sldId id="267" r:id="rId5"/>
    <p:sldId id="263" r:id="rId6"/>
    <p:sldId id="268" r:id="rId7"/>
    <p:sldId id="266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905B7-718D-59E9-6F61-3EDEBD1BFE95}" v="1" dt="2026-04-26T20:25:38.244"/>
    <p1510:client id="{5330C971-7F63-6D48-B861-24FAF341F9F1}" v="598" dt="2026-04-27T17:35:46.445"/>
    <p1510:client id="{5BB934D8-7277-56EA-8F62-BE288C371E82}" v="8" dt="2026-04-27T17:14:54.639"/>
    <p1510:client id="{75293A2F-EB72-EDBB-5B6B-3BDEB02B72CD}" v="29" dt="2026-04-26T20:44:25.459"/>
    <p1510:client id="{8B83A54F-55AE-BFC3-DA4C-D46F159853B7}" v="357" dt="2026-04-26T20:35:03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67395"/>
  </p:normalViewPr>
  <p:slideViewPr>
    <p:cSldViewPr snapToGrid="0">
      <p:cViewPr varScale="1">
        <p:scale>
          <a:sx n="69" d="100"/>
          <a:sy n="69" d="100"/>
        </p:scale>
        <p:origin x="2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, Luu" userId="S::luu.tran@marquette.edu::bcffd21d-870c-48a4-b595-874198e92332" providerId="AD" clId="Web-{8B83A54F-55AE-BFC3-DA4C-D46F159853B7}"/>
    <pc:docChg chg="modSld sldOrd">
      <pc:chgData name="Tran, Luu" userId="S::luu.tran@marquette.edu::bcffd21d-870c-48a4-b595-874198e92332" providerId="AD" clId="Web-{8B83A54F-55AE-BFC3-DA4C-D46F159853B7}" dt="2026-04-26T20:35:03.862" v="355" actId="20577"/>
      <pc:docMkLst>
        <pc:docMk/>
      </pc:docMkLst>
      <pc:sldChg chg="addSp delSp modSp ord">
        <pc:chgData name="Tran, Luu" userId="S::luu.tran@marquette.edu::bcffd21d-870c-48a4-b595-874198e92332" providerId="AD" clId="Web-{8B83A54F-55AE-BFC3-DA4C-D46F159853B7}" dt="2026-04-26T20:35:03.862" v="355" actId="20577"/>
        <pc:sldMkLst>
          <pc:docMk/>
          <pc:sldMk cId="2431052774" sldId="258"/>
        </pc:sldMkLst>
        <pc:spChg chg="del">
          <ac:chgData name="Tran, Luu" userId="S::luu.tran@marquette.edu::bcffd21d-870c-48a4-b595-874198e92332" providerId="AD" clId="Web-{8B83A54F-55AE-BFC3-DA4C-D46F159853B7}" dt="2026-04-26T20:21:29.541" v="0"/>
          <ac:spMkLst>
            <pc:docMk/>
            <pc:sldMk cId="2431052774" sldId="258"/>
            <ac:spMk id="3" creationId="{F0D79425-7686-93FD-0B41-A2F7530D8B14}"/>
          </ac:spMkLst>
        </pc:spChg>
        <pc:spChg chg="mod">
          <ac:chgData name="Tran, Luu" userId="S::luu.tran@marquette.edu::bcffd21d-870c-48a4-b595-874198e92332" providerId="AD" clId="Web-{8B83A54F-55AE-BFC3-DA4C-D46F159853B7}" dt="2026-04-26T20:35:03.862" v="355" actId="20577"/>
          <ac:spMkLst>
            <pc:docMk/>
            <pc:sldMk cId="2431052774" sldId="258"/>
            <ac:spMk id="8" creationId="{A72D63B1-57B8-71F8-5B17-81A5FAFB7EAB}"/>
          </ac:spMkLst>
        </pc:spChg>
        <pc:picChg chg="add mod ord">
          <ac:chgData name="Tran, Luu" userId="S::luu.tran@marquette.edu::bcffd21d-870c-48a4-b595-874198e92332" providerId="AD" clId="Web-{8B83A54F-55AE-BFC3-DA4C-D46F159853B7}" dt="2026-04-26T20:21:31.791" v="1" actId="1076"/>
          <ac:picMkLst>
            <pc:docMk/>
            <pc:sldMk cId="2431052774" sldId="258"/>
            <ac:picMk id="4" creationId="{AECA08D7-B49C-820D-3A58-45E07779F83E}"/>
          </ac:picMkLst>
        </pc:picChg>
      </pc:sldChg>
    </pc:docChg>
  </pc:docChgLst>
  <pc:docChgLst>
    <pc:chgData name="Barth, Xavier" userId="S::xavier.barth@marquette.edu::10efcf16-aa3a-410a-a6d4-a964e7b3ce48" providerId="AD" clId="Web-{5BB934D8-7277-56EA-8F62-BE288C371E82}"/>
    <pc:docChg chg="modSld">
      <pc:chgData name="Barth, Xavier" userId="S::xavier.barth@marquette.edu::10efcf16-aa3a-410a-a6d4-a964e7b3ce48" providerId="AD" clId="Web-{5BB934D8-7277-56EA-8F62-BE288C371E82}" dt="2026-04-27T17:14:54.639" v="6" actId="1076"/>
      <pc:docMkLst>
        <pc:docMk/>
      </pc:docMkLst>
      <pc:sldChg chg="addSp delSp modSp">
        <pc:chgData name="Barth, Xavier" userId="S::xavier.barth@marquette.edu::10efcf16-aa3a-410a-a6d4-a964e7b3ce48" providerId="AD" clId="Web-{5BB934D8-7277-56EA-8F62-BE288C371E82}" dt="2026-04-27T17:14:54.639" v="6" actId="1076"/>
        <pc:sldMkLst>
          <pc:docMk/>
          <pc:sldMk cId="1279094048" sldId="267"/>
        </pc:sldMkLst>
        <pc:picChg chg="add mod">
          <ac:chgData name="Barth, Xavier" userId="S::xavier.barth@marquette.edu::10efcf16-aa3a-410a-a6d4-a964e7b3ce48" providerId="AD" clId="Web-{5BB934D8-7277-56EA-8F62-BE288C371E82}" dt="2026-04-27T17:14:54.639" v="6" actId="1076"/>
          <ac:picMkLst>
            <pc:docMk/>
            <pc:sldMk cId="1279094048" sldId="267"/>
            <ac:picMk id="2" creationId="{6DD4B5BD-A36A-EE39-C232-452B88F89201}"/>
          </ac:picMkLst>
        </pc:picChg>
        <pc:picChg chg="del">
          <ac:chgData name="Barth, Xavier" userId="S::xavier.barth@marquette.edu::10efcf16-aa3a-410a-a6d4-a964e7b3ce48" providerId="AD" clId="Web-{5BB934D8-7277-56EA-8F62-BE288C371E82}" dt="2026-04-27T17:14:50.749" v="4"/>
          <ac:picMkLst>
            <pc:docMk/>
            <pc:sldMk cId="1279094048" sldId="267"/>
            <ac:picMk id="6" creationId="{2C72C08A-5683-D5A7-A63F-7DB3EAC9CB09}"/>
          </ac:picMkLst>
        </pc:picChg>
      </pc:sldChg>
    </pc:docChg>
  </pc:docChgLst>
  <pc:docChgLst>
    <pc:chgData name="Barth, Xavier" userId="S::xavier.barth@marquette.edu::10efcf16-aa3a-410a-a6d4-a964e7b3ce48" providerId="AD" clId="Web-{75293A2F-EB72-EDBB-5B6B-3BDEB02B72CD}"/>
    <pc:docChg chg="modSld">
      <pc:chgData name="Barth, Xavier" userId="S::xavier.barth@marquette.edu::10efcf16-aa3a-410a-a6d4-a964e7b3ce48" providerId="AD" clId="Web-{75293A2F-EB72-EDBB-5B6B-3BDEB02B72CD}" dt="2026-04-26T20:44:25.459" v="28" actId="20577"/>
      <pc:docMkLst>
        <pc:docMk/>
      </pc:docMkLst>
      <pc:sldChg chg="modSp">
        <pc:chgData name="Barth, Xavier" userId="S::xavier.barth@marquette.edu::10efcf16-aa3a-410a-a6d4-a964e7b3ce48" providerId="AD" clId="Web-{75293A2F-EB72-EDBB-5B6B-3BDEB02B72CD}" dt="2026-04-26T20:32:01.243" v="4" actId="20577"/>
        <pc:sldMkLst>
          <pc:docMk/>
          <pc:sldMk cId="239212318" sldId="259"/>
        </pc:sldMkLst>
        <pc:spChg chg="mod">
          <ac:chgData name="Barth, Xavier" userId="S::xavier.barth@marquette.edu::10efcf16-aa3a-410a-a6d4-a964e7b3ce48" providerId="AD" clId="Web-{75293A2F-EB72-EDBB-5B6B-3BDEB02B72CD}" dt="2026-04-26T20:32:01.243" v="4" actId="20577"/>
          <ac:spMkLst>
            <pc:docMk/>
            <pc:sldMk cId="239212318" sldId="259"/>
            <ac:spMk id="3" creationId="{964BDD88-9536-BF1D-8016-CBF4B76B4B85}"/>
          </ac:spMkLst>
        </pc:spChg>
      </pc:sldChg>
      <pc:sldChg chg="modSp">
        <pc:chgData name="Barth, Xavier" userId="S::xavier.barth@marquette.edu::10efcf16-aa3a-410a-a6d4-a964e7b3ce48" providerId="AD" clId="Web-{75293A2F-EB72-EDBB-5B6B-3BDEB02B72CD}" dt="2026-04-26T20:44:25.459" v="28" actId="20577"/>
        <pc:sldMkLst>
          <pc:docMk/>
          <pc:sldMk cId="2959003586" sldId="264"/>
        </pc:sldMkLst>
        <pc:spChg chg="mod">
          <ac:chgData name="Barth, Xavier" userId="S::xavier.barth@marquette.edu::10efcf16-aa3a-410a-a6d4-a964e7b3ce48" providerId="AD" clId="Web-{75293A2F-EB72-EDBB-5B6B-3BDEB02B72CD}" dt="2026-04-26T20:44:25.459" v="28" actId="20577"/>
          <ac:spMkLst>
            <pc:docMk/>
            <pc:sldMk cId="2959003586" sldId="264"/>
            <ac:spMk id="2" creationId="{4F4DA5B2-E7E3-ADD9-1A34-BDE510C66A27}"/>
          </ac:spMkLst>
        </pc:spChg>
      </pc:sldChg>
    </pc:docChg>
  </pc:docChgLst>
  <pc:docChgLst>
    <pc:chgData name="Barth, Xavier" userId="S::xavier.barth@marquette.edu::10efcf16-aa3a-410a-a6d4-a964e7b3ce48" providerId="AD" clId="Web-{40F905B7-718D-59E9-6F61-3EDEBD1BFE95}"/>
    <pc:docChg chg="sldOrd">
      <pc:chgData name="Barth, Xavier" userId="S::xavier.barth@marquette.edu::10efcf16-aa3a-410a-a6d4-a964e7b3ce48" providerId="AD" clId="Web-{40F905B7-718D-59E9-6F61-3EDEBD1BFE95}" dt="2026-04-26T20:25:38.228" v="0"/>
      <pc:docMkLst>
        <pc:docMk/>
      </pc:docMkLst>
      <pc:sldChg chg="ord">
        <pc:chgData name="Barth, Xavier" userId="S::xavier.barth@marquette.edu::10efcf16-aa3a-410a-a6d4-a964e7b3ce48" providerId="AD" clId="Web-{40F905B7-718D-59E9-6F61-3EDEBD1BFE95}" dt="2026-04-26T20:25:38.228" v="0"/>
        <pc:sldMkLst>
          <pc:docMk/>
          <pc:sldMk cId="239212318" sldId="259"/>
        </pc:sldMkLst>
      </pc:sldChg>
    </pc:docChg>
  </pc:docChgLst>
  <pc:docChgLst>
    <pc:chgData name="Mishra, Tania" userId="00e08a00-6e49-42a4-b3f7-c7459505e03a" providerId="ADAL" clId="{200B0A62-4185-5DB9-9D6A-5197350560E2}"/>
    <pc:docChg chg="undo custSel addSld delSld modSld sldOrd">
      <pc:chgData name="Mishra, Tania" userId="00e08a00-6e49-42a4-b3f7-c7459505e03a" providerId="ADAL" clId="{200B0A62-4185-5DB9-9D6A-5197350560E2}" dt="2026-04-27T17:35:46.445" v="1739" actId="242"/>
      <pc:docMkLst>
        <pc:docMk/>
      </pc:docMkLst>
      <pc:sldChg chg="delSp modSp mod delDesignElem">
        <pc:chgData name="Mishra, Tania" userId="00e08a00-6e49-42a4-b3f7-c7459505e03a" providerId="ADAL" clId="{200B0A62-4185-5DB9-9D6A-5197350560E2}" dt="2026-04-26T20:36:01.712" v="1304" actId="1076"/>
        <pc:sldMkLst>
          <pc:docMk/>
          <pc:sldMk cId="1103043062" sldId="256"/>
        </pc:sldMkLst>
        <pc:spChg chg="mod">
          <ac:chgData name="Mishra, Tania" userId="00e08a00-6e49-42a4-b3f7-c7459505e03a" providerId="ADAL" clId="{200B0A62-4185-5DB9-9D6A-5197350560E2}" dt="2026-04-26T20:35:56.445" v="1303" actId="1076"/>
          <ac:spMkLst>
            <pc:docMk/>
            <pc:sldMk cId="1103043062" sldId="256"/>
            <ac:spMk id="2" creationId="{C6EED561-260E-4168-9B8F-18B4F68B2212}"/>
          </ac:spMkLst>
        </pc:spChg>
        <pc:spChg chg="mod">
          <ac:chgData name="Mishra, Tania" userId="00e08a00-6e49-42a4-b3f7-c7459505e03a" providerId="ADAL" clId="{200B0A62-4185-5DB9-9D6A-5197350560E2}" dt="2026-04-26T20:36:01.712" v="1304" actId="1076"/>
          <ac:spMkLst>
            <pc:docMk/>
            <pc:sldMk cId="1103043062" sldId="256"/>
            <ac:spMk id="3" creationId="{3F0E1D05-1B66-D76B-2C2E-0EAA564700EF}"/>
          </ac:spMkLst>
        </pc:spChg>
        <pc:picChg chg="del">
          <ac:chgData name="Mishra, Tania" userId="00e08a00-6e49-42a4-b3f7-c7459505e03a" providerId="ADAL" clId="{200B0A62-4185-5DB9-9D6A-5197350560E2}" dt="2026-04-26T20:01:08.109" v="834" actId="478"/>
          <ac:picMkLst>
            <pc:docMk/>
            <pc:sldMk cId="1103043062" sldId="256"/>
            <ac:picMk id="4" creationId="{FECF5E44-51E5-90BE-58D9-0F02AC41003D}"/>
          </ac:picMkLst>
        </pc:picChg>
      </pc:sldChg>
      <pc:sldChg chg="addSp delSp modSp del mod ord setBg modNotesTx">
        <pc:chgData name="Mishra, Tania" userId="00e08a00-6e49-42a4-b3f7-c7459505e03a" providerId="ADAL" clId="{200B0A62-4185-5DB9-9D6A-5197350560E2}" dt="2026-04-26T20:28:13.374" v="1172" actId="2696"/>
        <pc:sldMkLst>
          <pc:docMk/>
          <pc:sldMk cId="1285363812" sldId="257"/>
        </pc:sldMkLst>
        <pc:spChg chg="del mod">
          <ac:chgData name="Mishra, Tania" userId="00e08a00-6e49-42a4-b3f7-c7459505e03a" providerId="ADAL" clId="{200B0A62-4185-5DB9-9D6A-5197350560E2}" dt="2026-04-26T20:18:25.935" v="1147" actId="478"/>
          <ac:spMkLst>
            <pc:docMk/>
            <pc:sldMk cId="1285363812" sldId="257"/>
            <ac:spMk id="3" creationId="{6B2B63C3-B1EE-7155-27D4-9557C6EC8588}"/>
          </ac:spMkLst>
        </pc:spChg>
        <pc:spChg chg="add del mod">
          <ac:chgData name="Mishra, Tania" userId="00e08a00-6e49-42a4-b3f7-c7459505e03a" providerId="ADAL" clId="{200B0A62-4185-5DB9-9D6A-5197350560E2}" dt="2026-04-26T20:18:28.718" v="1148" actId="478"/>
          <ac:spMkLst>
            <pc:docMk/>
            <pc:sldMk cId="1285363812" sldId="257"/>
            <ac:spMk id="5" creationId="{FF69AEF0-1C33-0F1A-9CA5-DE193C7CA735}"/>
          </ac:spMkLst>
        </pc:spChg>
        <pc:picChg chg="add mod">
          <ac:chgData name="Mishra, Tania" userId="00e08a00-6e49-42a4-b3f7-c7459505e03a" providerId="ADAL" clId="{200B0A62-4185-5DB9-9D6A-5197350560E2}" dt="2026-04-26T20:18:42.725" v="1151" actId="1076"/>
          <ac:picMkLst>
            <pc:docMk/>
            <pc:sldMk cId="1285363812" sldId="257"/>
            <ac:picMk id="1026" creationId="{F075CDD1-AD0C-FB13-70F6-19165A888534}"/>
          </ac:picMkLst>
        </pc:picChg>
      </pc:sldChg>
      <pc:sldChg chg="addSp delSp modSp new mod ord setBg modNotesTx">
        <pc:chgData name="Mishra, Tania" userId="00e08a00-6e49-42a4-b3f7-c7459505e03a" providerId="ADAL" clId="{200B0A62-4185-5DB9-9D6A-5197350560E2}" dt="2026-04-27T17:16:06.346" v="1720" actId="1076"/>
        <pc:sldMkLst>
          <pc:docMk/>
          <pc:sldMk cId="2431052774" sldId="258"/>
        </pc:sldMkLst>
        <pc:spChg chg="mod">
          <ac:chgData name="Mishra, Tania" userId="00e08a00-6e49-42a4-b3f7-c7459505e03a" providerId="ADAL" clId="{200B0A62-4185-5DB9-9D6A-5197350560E2}" dt="2026-04-27T17:16:06.346" v="1720" actId="1076"/>
          <ac:spMkLst>
            <pc:docMk/>
            <pc:sldMk cId="2431052774" sldId="258"/>
            <ac:spMk id="2" creationId="{D22F689E-900C-E3DF-75B8-FAD974E0081D}"/>
          </ac:spMkLst>
        </pc:spChg>
        <pc:spChg chg="add del mod">
          <ac:chgData name="Mishra, Tania" userId="00e08a00-6e49-42a4-b3f7-c7459505e03a" providerId="ADAL" clId="{200B0A62-4185-5DB9-9D6A-5197350560E2}" dt="2026-04-27T17:06:23.325" v="1699" actId="478"/>
          <ac:spMkLst>
            <pc:docMk/>
            <pc:sldMk cId="2431052774" sldId="258"/>
            <ac:spMk id="5" creationId="{3132783D-6135-5461-53EC-FD582D4F9B73}"/>
          </ac:spMkLst>
        </pc:spChg>
        <pc:spChg chg="add del mod">
          <ac:chgData name="Mishra, Tania" userId="00e08a00-6e49-42a4-b3f7-c7459505e03a" providerId="ADAL" clId="{200B0A62-4185-5DB9-9D6A-5197350560E2}" dt="2026-04-27T17:06:22.094" v="1698" actId="478"/>
          <ac:spMkLst>
            <pc:docMk/>
            <pc:sldMk cId="2431052774" sldId="258"/>
            <ac:spMk id="8" creationId="{A72D63B1-57B8-71F8-5B17-81A5FAFB7EAB}"/>
          </ac:spMkLst>
        </pc:spChg>
        <pc:picChg chg="mod modCrop">
          <ac:chgData name="Mishra, Tania" userId="00e08a00-6e49-42a4-b3f7-c7459505e03a" providerId="ADAL" clId="{200B0A62-4185-5DB9-9D6A-5197350560E2}" dt="2026-04-27T17:16:03.013" v="1719" actId="1076"/>
          <ac:picMkLst>
            <pc:docMk/>
            <pc:sldMk cId="2431052774" sldId="258"/>
            <ac:picMk id="4" creationId="{AECA08D7-B49C-820D-3A58-45E07779F83E}"/>
          </ac:picMkLst>
        </pc:picChg>
      </pc:sldChg>
      <pc:sldChg chg="addSp delSp modSp new del mod ord modNotesTx">
        <pc:chgData name="Mishra, Tania" userId="00e08a00-6e49-42a4-b3f7-c7459505e03a" providerId="ADAL" clId="{200B0A62-4185-5DB9-9D6A-5197350560E2}" dt="2026-04-26T20:35:29.032" v="1299" actId="2696"/>
        <pc:sldMkLst>
          <pc:docMk/>
          <pc:sldMk cId="239212318" sldId="259"/>
        </pc:sldMkLst>
        <pc:spChg chg="mod">
          <ac:chgData name="Mishra, Tania" userId="00e08a00-6e49-42a4-b3f7-c7459505e03a" providerId="ADAL" clId="{200B0A62-4185-5DB9-9D6A-5197350560E2}" dt="2026-04-26T20:32:51.017" v="1224" actId="20577"/>
          <ac:spMkLst>
            <pc:docMk/>
            <pc:sldMk cId="239212318" sldId="259"/>
            <ac:spMk id="3" creationId="{964BDD88-9536-BF1D-8016-CBF4B76B4B85}"/>
          </ac:spMkLst>
        </pc:spChg>
        <pc:picChg chg="add del mod">
          <ac:chgData name="Mishra, Tania" userId="00e08a00-6e49-42a4-b3f7-c7459505e03a" providerId="ADAL" clId="{200B0A62-4185-5DB9-9D6A-5197350560E2}" dt="2026-04-26T20:27:57.395" v="1168" actId="478"/>
          <ac:picMkLst>
            <pc:docMk/>
            <pc:sldMk cId="239212318" sldId="259"/>
            <ac:picMk id="4" creationId="{753C883D-D2CC-B2A6-67AB-7EDDB597016F}"/>
          </ac:picMkLst>
        </pc:picChg>
      </pc:sldChg>
      <pc:sldChg chg="modSp new del mod">
        <pc:chgData name="Mishra, Tania" userId="00e08a00-6e49-42a4-b3f7-c7459505e03a" providerId="ADAL" clId="{200B0A62-4185-5DB9-9D6A-5197350560E2}" dt="2026-04-26T20:13:29.045" v="1142" actId="2696"/>
        <pc:sldMkLst>
          <pc:docMk/>
          <pc:sldMk cId="2583726451" sldId="260"/>
        </pc:sldMkLst>
        <pc:spChg chg="mod">
          <ac:chgData name="Mishra, Tania" userId="00e08a00-6e49-42a4-b3f7-c7459505e03a" providerId="ADAL" clId="{200B0A62-4185-5DB9-9D6A-5197350560E2}" dt="2026-04-26T20:10:42.622" v="1074" actId="13926"/>
          <ac:spMkLst>
            <pc:docMk/>
            <pc:sldMk cId="2583726451" sldId="260"/>
            <ac:spMk id="3" creationId="{969F7E90-439D-F295-6683-F217CA51A18A}"/>
          </ac:spMkLst>
        </pc:spChg>
      </pc:sldChg>
      <pc:sldChg chg="modSp new del mod ord">
        <pc:chgData name="Mishra, Tania" userId="00e08a00-6e49-42a4-b3f7-c7459505e03a" providerId="ADAL" clId="{200B0A62-4185-5DB9-9D6A-5197350560E2}" dt="2026-04-26T20:26:46.781" v="1158" actId="2696"/>
        <pc:sldMkLst>
          <pc:docMk/>
          <pc:sldMk cId="2181170958" sldId="261"/>
        </pc:sldMkLst>
      </pc:sldChg>
      <pc:sldChg chg="addSp delSp modSp new del mod setBg">
        <pc:chgData name="Mishra, Tania" userId="00e08a00-6e49-42a4-b3f7-c7459505e03a" providerId="ADAL" clId="{200B0A62-4185-5DB9-9D6A-5197350560E2}" dt="2026-04-27T17:10:17.883" v="1712" actId="2696"/>
        <pc:sldMkLst>
          <pc:docMk/>
          <pc:sldMk cId="678088625" sldId="262"/>
        </pc:sldMkLst>
        <pc:spChg chg="mod">
          <ac:chgData name="Mishra, Tania" userId="00e08a00-6e49-42a4-b3f7-c7459505e03a" providerId="ADAL" clId="{200B0A62-4185-5DB9-9D6A-5197350560E2}" dt="2026-04-26T20:28:10.331" v="1171" actId="26606"/>
          <ac:spMkLst>
            <pc:docMk/>
            <pc:sldMk cId="678088625" sldId="262"/>
            <ac:spMk id="2" creationId="{18169D8A-1EE8-137F-6E8B-A8C768699DFF}"/>
          </ac:spMkLst>
        </pc:spChg>
        <pc:spChg chg="mod">
          <ac:chgData name="Mishra, Tania" userId="00e08a00-6e49-42a4-b3f7-c7459505e03a" providerId="ADAL" clId="{200B0A62-4185-5DB9-9D6A-5197350560E2}" dt="2026-04-26T20:36:36.661" v="1308" actId="13926"/>
          <ac:spMkLst>
            <pc:docMk/>
            <pc:sldMk cId="678088625" sldId="262"/>
            <ac:spMk id="3" creationId="{D4B41A14-2695-F91C-B819-6C13D41DE552}"/>
          </ac:spMkLst>
        </pc:spChg>
        <pc:spChg chg="add del mod">
          <ac:chgData name="Mishra, Tania" userId="00e08a00-6e49-42a4-b3f7-c7459505e03a" providerId="ADAL" clId="{200B0A62-4185-5DB9-9D6A-5197350560E2}" dt="2026-04-26T20:04:19.689" v="899"/>
          <ac:spMkLst>
            <pc:docMk/>
            <pc:sldMk cId="678088625" sldId="262"/>
            <ac:spMk id="4" creationId="{58C38111-586D-8430-8ABD-4EEA34906113}"/>
          </ac:spMkLst>
        </pc:spChg>
        <pc:picChg chg="add del mod">
          <ac:chgData name="Mishra, Tania" userId="00e08a00-6e49-42a4-b3f7-c7459505e03a" providerId="ADAL" clId="{200B0A62-4185-5DB9-9D6A-5197350560E2}" dt="2026-04-27T17:10:11.119" v="1710" actId="478"/>
          <ac:picMkLst>
            <pc:docMk/>
            <pc:sldMk cId="678088625" sldId="262"/>
            <ac:picMk id="5" creationId="{65D3726C-3700-3C0C-9DA2-6C39A6AA7F9C}"/>
          </ac:picMkLst>
        </pc:picChg>
      </pc:sldChg>
      <pc:sldChg chg="modSp add mod">
        <pc:chgData name="Mishra, Tania" userId="00e08a00-6e49-42a4-b3f7-c7459505e03a" providerId="ADAL" clId="{200B0A62-4185-5DB9-9D6A-5197350560E2}" dt="2026-04-27T17:10:32.662" v="1715" actId="13926"/>
        <pc:sldMkLst>
          <pc:docMk/>
          <pc:sldMk cId="1835205532" sldId="263"/>
        </pc:sldMkLst>
        <pc:spChg chg="mod">
          <ac:chgData name="Mishra, Tania" userId="00e08a00-6e49-42a4-b3f7-c7459505e03a" providerId="ADAL" clId="{200B0A62-4185-5DB9-9D6A-5197350560E2}" dt="2026-04-26T21:01:56.124" v="1678" actId="20577"/>
          <ac:spMkLst>
            <pc:docMk/>
            <pc:sldMk cId="1835205532" sldId="263"/>
            <ac:spMk id="2" creationId="{368B8889-B65F-C20E-EC57-9E7402B71299}"/>
          </ac:spMkLst>
        </pc:spChg>
        <pc:spChg chg="mod">
          <ac:chgData name="Mishra, Tania" userId="00e08a00-6e49-42a4-b3f7-c7459505e03a" providerId="ADAL" clId="{200B0A62-4185-5DB9-9D6A-5197350560E2}" dt="2026-04-27T17:10:32.662" v="1715" actId="13926"/>
          <ac:spMkLst>
            <pc:docMk/>
            <pc:sldMk cId="1835205532" sldId="263"/>
            <ac:spMk id="3" creationId="{2307785E-71C0-813D-2DDA-A6910FA82AD5}"/>
          </ac:spMkLst>
        </pc:spChg>
      </pc:sldChg>
      <pc:sldChg chg="delSp modSp new mod">
        <pc:chgData name="Mishra, Tania" userId="00e08a00-6e49-42a4-b3f7-c7459505e03a" providerId="ADAL" clId="{200B0A62-4185-5DB9-9D6A-5197350560E2}" dt="2026-04-26T20:35:46.482" v="1302" actId="122"/>
        <pc:sldMkLst>
          <pc:docMk/>
          <pc:sldMk cId="2959003586" sldId="264"/>
        </pc:sldMkLst>
        <pc:spChg chg="mod">
          <ac:chgData name="Mishra, Tania" userId="00e08a00-6e49-42a4-b3f7-c7459505e03a" providerId="ADAL" clId="{200B0A62-4185-5DB9-9D6A-5197350560E2}" dt="2026-04-26T20:35:46.482" v="1302" actId="122"/>
          <ac:spMkLst>
            <pc:docMk/>
            <pc:sldMk cId="2959003586" sldId="264"/>
            <ac:spMk id="2" creationId="{4F4DA5B2-E7E3-ADD9-1A34-BDE510C66A27}"/>
          </ac:spMkLst>
        </pc:spChg>
        <pc:spChg chg="del">
          <ac:chgData name="Mishra, Tania" userId="00e08a00-6e49-42a4-b3f7-c7459505e03a" providerId="ADAL" clId="{200B0A62-4185-5DB9-9D6A-5197350560E2}" dt="2026-04-26T20:35:32.058" v="1300" actId="478"/>
          <ac:spMkLst>
            <pc:docMk/>
            <pc:sldMk cId="2959003586" sldId="264"/>
            <ac:spMk id="3" creationId="{4061729F-8CBC-FC0A-2D33-C78DF105FD87}"/>
          </ac:spMkLst>
        </pc:spChg>
      </pc:sldChg>
      <pc:sldChg chg="delSp add del setBg">
        <pc:chgData name="Mishra, Tania" userId="00e08a00-6e49-42a4-b3f7-c7459505e03a" providerId="ADAL" clId="{200B0A62-4185-5DB9-9D6A-5197350560E2}" dt="2026-04-26T21:01:53.220" v="1677" actId="2696"/>
        <pc:sldMkLst>
          <pc:docMk/>
          <pc:sldMk cId="354018635" sldId="265"/>
        </pc:sldMkLst>
        <pc:picChg chg="del">
          <ac:chgData name="Mishra, Tania" userId="00e08a00-6e49-42a4-b3f7-c7459505e03a" providerId="ADAL" clId="{200B0A62-4185-5DB9-9D6A-5197350560E2}" dt="2026-04-26T21:00:54.232" v="1676" actId="478"/>
          <ac:picMkLst>
            <pc:docMk/>
            <pc:sldMk cId="354018635" sldId="265"/>
            <ac:picMk id="5" creationId="{FDD6B3C9-CC33-954D-62E9-C0B3C7487A33}"/>
          </ac:picMkLst>
        </pc:picChg>
      </pc:sldChg>
      <pc:sldChg chg="modSp add mod">
        <pc:chgData name="Mishra, Tania" userId="00e08a00-6e49-42a4-b3f7-c7459505e03a" providerId="ADAL" clId="{200B0A62-4185-5DB9-9D6A-5197350560E2}" dt="2026-04-26T21:02:02.782" v="1695" actId="20577"/>
        <pc:sldMkLst>
          <pc:docMk/>
          <pc:sldMk cId="1761308663" sldId="266"/>
        </pc:sldMkLst>
        <pc:spChg chg="mod">
          <ac:chgData name="Mishra, Tania" userId="00e08a00-6e49-42a4-b3f7-c7459505e03a" providerId="ADAL" clId="{200B0A62-4185-5DB9-9D6A-5197350560E2}" dt="2026-04-26T21:02:02.782" v="1695" actId="20577"/>
          <ac:spMkLst>
            <pc:docMk/>
            <pc:sldMk cId="1761308663" sldId="266"/>
            <ac:spMk id="2" creationId="{A6085F11-8A98-19DA-0BE5-26CDE4E83811}"/>
          </ac:spMkLst>
        </pc:spChg>
        <pc:spChg chg="mod">
          <ac:chgData name="Mishra, Tania" userId="00e08a00-6e49-42a4-b3f7-c7459505e03a" providerId="ADAL" clId="{200B0A62-4185-5DB9-9D6A-5197350560E2}" dt="2026-04-26T20:37:47.331" v="1317" actId="242"/>
          <ac:spMkLst>
            <pc:docMk/>
            <pc:sldMk cId="1761308663" sldId="266"/>
            <ac:spMk id="3" creationId="{0BD82938-E308-301D-A9FA-8DBCBED72D7F}"/>
          </ac:spMkLst>
        </pc:spChg>
      </pc:sldChg>
      <pc:sldChg chg="modSp new del mod">
        <pc:chgData name="Mishra, Tania" userId="00e08a00-6e49-42a4-b3f7-c7459505e03a" providerId="ADAL" clId="{200B0A62-4185-5DB9-9D6A-5197350560E2}" dt="2026-04-26T21:02:05.396" v="1696" actId="2696"/>
        <pc:sldMkLst>
          <pc:docMk/>
          <pc:sldMk cId="871524405" sldId="267"/>
        </pc:sldMkLst>
        <pc:spChg chg="mod">
          <ac:chgData name="Mishra, Tania" userId="00e08a00-6e49-42a4-b3f7-c7459505e03a" providerId="ADAL" clId="{200B0A62-4185-5DB9-9D6A-5197350560E2}" dt="2026-04-26T20:39:58.491" v="1352" actId="20577"/>
          <ac:spMkLst>
            <pc:docMk/>
            <pc:sldMk cId="871524405" sldId="267"/>
            <ac:spMk id="2" creationId="{FD48C7FC-E685-EE74-DA7B-56616687FB77}"/>
          </ac:spMkLst>
        </pc:spChg>
        <pc:spChg chg="mod">
          <ac:chgData name="Mishra, Tania" userId="00e08a00-6e49-42a4-b3f7-c7459505e03a" providerId="ADAL" clId="{200B0A62-4185-5DB9-9D6A-5197350560E2}" dt="2026-04-26T20:57:55.626" v="1385" actId="20577"/>
          <ac:spMkLst>
            <pc:docMk/>
            <pc:sldMk cId="871524405" sldId="267"/>
            <ac:spMk id="3" creationId="{ECD0E75B-4039-525F-9801-FC7365DF3C05}"/>
          </ac:spMkLst>
        </pc:spChg>
      </pc:sldChg>
      <pc:sldChg chg="addSp delSp modSp new mod setBg">
        <pc:chgData name="Mishra, Tania" userId="00e08a00-6e49-42a4-b3f7-c7459505e03a" providerId="ADAL" clId="{200B0A62-4185-5DB9-9D6A-5197350560E2}" dt="2026-04-27T17:15:08.404" v="1717" actId="26606"/>
        <pc:sldMkLst>
          <pc:docMk/>
          <pc:sldMk cId="1279094048" sldId="267"/>
        </pc:sldMkLst>
        <pc:spChg chg="del">
          <ac:chgData name="Mishra, Tania" userId="00e08a00-6e49-42a4-b3f7-c7459505e03a" providerId="ADAL" clId="{200B0A62-4185-5DB9-9D6A-5197350560E2}" dt="2026-04-27T17:09:37.238" v="1708" actId="478"/>
          <ac:spMkLst>
            <pc:docMk/>
            <pc:sldMk cId="1279094048" sldId="267"/>
            <ac:spMk id="2" creationId="{89EBCE09-E139-1F61-3278-3B535DF42B73}"/>
          </ac:spMkLst>
        </pc:spChg>
        <pc:spChg chg="del">
          <ac:chgData name="Mishra, Tania" userId="00e08a00-6e49-42a4-b3f7-c7459505e03a" providerId="ADAL" clId="{200B0A62-4185-5DB9-9D6A-5197350560E2}" dt="2026-04-27T17:09:23.990" v="1704"/>
          <ac:spMkLst>
            <pc:docMk/>
            <pc:sldMk cId="1279094048" sldId="267"/>
            <ac:spMk id="3" creationId="{59BD96FC-212A-941A-6BC8-6D4A40DD6217}"/>
          </ac:spMkLst>
        </pc:spChg>
        <pc:spChg chg="add del">
          <ac:chgData name="Mishra, Tania" userId="00e08a00-6e49-42a4-b3f7-c7459505e03a" providerId="ADAL" clId="{200B0A62-4185-5DB9-9D6A-5197350560E2}" dt="2026-04-27T17:15:08.404" v="1717" actId="26606"/>
          <ac:spMkLst>
            <pc:docMk/>
            <pc:sldMk cId="1279094048" sldId="267"/>
            <ac:spMk id="11" creationId="{C3213C9F-F1B6-4980-95B6-4F07946C5E42}"/>
          </ac:spMkLst>
        </pc:spChg>
        <pc:spChg chg="add del">
          <ac:chgData name="Mishra, Tania" userId="00e08a00-6e49-42a4-b3f7-c7459505e03a" providerId="ADAL" clId="{200B0A62-4185-5DB9-9D6A-5197350560E2}" dt="2026-04-27T17:15:08.404" v="1717" actId="26606"/>
          <ac:spMkLst>
            <pc:docMk/>
            <pc:sldMk cId="1279094048" sldId="267"/>
            <ac:spMk id="13" creationId="{2AA28026-5AE8-4702-8944-83B64C486991}"/>
          </ac:spMkLst>
        </pc:spChg>
        <pc:spChg chg="add">
          <ac:chgData name="Mishra, Tania" userId="00e08a00-6e49-42a4-b3f7-c7459505e03a" providerId="ADAL" clId="{200B0A62-4185-5DB9-9D6A-5197350560E2}" dt="2026-04-27T17:15:08.404" v="1717" actId="26606"/>
          <ac:spMkLst>
            <pc:docMk/>
            <pc:sldMk cId="1279094048" sldId="267"/>
            <ac:spMk id="18" creationId="{C3213C9F-F1B6-4980-95B6-4F07946C5E42}"/>
          </ac:spMkLst>
        </pc:spChg>
        <pc:spChg chg="add">
          <ac:chgData name="Mishra, Tania" userId="00e08a00-6e49-42a4-b3f7-c7459505e03a" providerId="ADAL" clId="{200B0A62-4185-5DB9-9D6A-5197350560E2}" dt="2026-04-27T17:15:08.404" v="1717" actId="26606"/>
          <ac:spMkLst>
            <pc:docMk/>
            <pc:sldMk cId="1279094048" sldId="267"/>
            <ac:spMk id="20" creationId="{2AA28026-5AE8-4702-8944-83B64C486991}"/>
          </ac:spMkLst>
        </pc:spChg>
        <pc:picChg chg="mod">
          <ac:chgData name="Mishra, Tania" userId="00e08a00-6e49-42a4-b3f7-c7459505e03a" providerId="ADAL" clId="{200B0A62-4185-5DB9-9D6A-5197350560E2}" dt="2026-04-27T17:15:08.404" v="1717" actId="26606"/>
          <ac:picMkLst>
            <pc:docMk/>
            <pc:sldMk cId="1279094048" sldId="267"/>
            <ac:picMk id="2" creationId="{6DD4B5BD-A36A-EE39-C232-452B88F89201}"/>
          </ac:picMkLst>
        </pc:picChg>
        <pc:picChg chg="add mod ord">
          <ac:chgData name="Mishra, Tania" userId="00e08a00-6e49-42a4-b3f7-c7459505e03a" providerId="ADAL" clId="{200B0A62-4185-5DB9-9D6A-5197350560E2}" dt="2026-04-27T17:15:08.404" v="1717" actId="26606"/>
          <ac:picMkLst>
            <pc:docMk/>
            <pc:sldMk cId="1279094048" sldId="267"/>
            <ac:picMk id="5" creationId="{C2C6A0E5-2E75-9906-E266-8C9C6929E0E9}"/>
          </ac:picMkLst>
        </pc:picChg>
        <pc:picChg chg="add del mod">
          <ac:chgData name="Mishra, Tania" userId="00e08a00-6e49-42a4-b3f7-c7459505e03a" providerId="ADAL" clId="{200B0A62-4185-5DB9-9D6A-5197350560E2}" dt="2026-04-27T17:15:01.050" v="1716" actId="478"/>
          <ac:picMkLst>
            <pc:docMk/>
            <pc:sldMk cId="1279094048" sldId="267"/>
            <ac:picMk id="6" creationId="{2C72C08A-5683-D5A7-A63F-7DB3EAC9CB09}"/>
          </ac:picMkLst>
        </pc:picChg>
      </pc:sldChg>
      <pc:sldChg chg="add">
        <pc:chgData name="Mishra, Tania" userId="00e08a00-6e49-42a4-b3f7-c7459505e03a" providerId="ADAL" clId="{200B0A62-4185-5DB9-9D6A-5197350560E2}" dt="2026-04-27T17:10:13.597" v="1711"/>
        <pc:sldMkLst>
          <pc:docMk/>
          <pc:sldMk cId="1959413860" sldId="268"/>
        </pc:sldMkLst>
      </pc:sldChg>
      <pc:sldChg chg="new del">
        <pc:chgData name="Mishra, Tania" userId="00e08a00-6e49-42a4-b3f7-c7459505e03a" providerId="ADAL" clId="{200B0A62-4185-5DB9-9D6A-5197350560E2}" dt="2026-04-27T17:35:20.717" v="1722" actId="2696"/>
        <pc:sldMkLst>
          <pc:docMk/>
          <pc:sldMk cId="2396074799" sldId="269"/>
        </pc:sldMkLst>
      </pc:sldChg>
      <pc:sldChg chg="delSp modSp new mod">
        <pc:chgData name="Mishra, Tania" userId="00e08a00-6e49-42a4-b3f7-c7459505e03a" providerId="ADAL" clId="{200B0A62-4185-5DB9-9D6A-5197350560E2}" dt="2026-04-27T17:35:46.445" v="1739" actId="242"/>
        <pc:sldMkLst>
          <pc:docMk/>
          <pc:sldMk cId="2533309407" sldId="269"/>
        </pc:sldMkLst>
        <pc:spChg chg="mod">
          <ac:chgData name="Mishra, Tania" userId="00e08a00-6e49-42a4-b3f7-c7459505e03a" providerId="ADAL" clId="{200B0A62-4185-5DB9-9D6A-5197350560E2}" dt="2026-04-27T17:35:46.445" v="1739" actId="242"/>
          <ac:spMkLst>
            <pc:docMk/>
            <pc:sldMk cId="2533309407" sldId="269"/>
            <ac:spMk id="2" creationId="{CF738438-3B1F-BFE1-0493-9336569A302C}"/>
          </ac:spMkLst>
        </pc:spChg>
        <pc:spChg chg="del">
          <ac:chgData name="Mishra, Tania" userId="00e08a00-6e49-42a4-b3f7-c7459505e03a" providerId="ADAL" clId="{200B0A62-4185-5DB9-9D6A-5197350560E2}" dt="2026-04-27T17:35:29.387" v="1734" actId="478"/>
          <ac:spMkLst>
            <pc:docMk/>
            <pc:sldMk cId="2533309407" sldId="269"/>
            <ac:spMk id="3" creationId="{F136174C-B71C-3F92-E333-05438A846E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155A9-2496-A74C-9C0F-BB7789AA7E4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5102E-05FD-E949-98FC-50E061A82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5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People of the Holocaust Database project derives individual stories from the pages of </a:t>
            </a:r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United States Holocaust Memorial Museum Encyclopedia of Camps and Ghettos, 1933-1945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(hereafter referred to as the ECG) into an accessible website of information about the human impact of the Holocaust.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importance of history</a:t>
            </a:r>
          </a:p>
          <a:p>
            <a:endParaRPr lang="en-US"/>
          </a:p>
          <a:p>
            <a:r>
              <a:rPr lang="en-US"/>
              <a:t>Research tool, track loved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5102E-05FD-E949-98FC-50E061A822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 tables: activity, places, people</a:t>
            </a:r>
          </a:p>
          <a:p>
            <a:r>
              <a:rPr lang="en-US"/>
              <a:t>People and places come from Project Muse’s website – which hosts the ECG</a:t>
            </a:r>
          </a:p>
          <a:p>
            <a:r>
              <a:rPr lang="en-US"/>
              <a:t>Activity links people and places together, comes from the content of the ECG articles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5102E-05FD-E949-98FC-50E061A822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90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5102E-05FD-E949-98FC-50E061A822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25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EF823-48A5-43FC-BE03-E79964288B4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0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4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3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2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9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98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6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97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1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70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59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01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27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40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80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3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42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D561-260E-4168-9B8F-18B4F68B2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9720" y="1143000"/>
            <a:ext cx="9052560" cy="3546179"/>
          </a:xfrm>
        </p:spPr>
        <p:txBody>
          <a:bodyPr>
            <a:normAutofit/>
          </a:bodyPr>
          <a:lstStyle/>
          <a:p>
            <a:r>
              <a:rPr lang="en-US"/>
              <a:t>People of the Holocaust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E1D05-1B66-D76B-2C2E-0EAA56470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9720" y="5010912"/>
            <a:ext cx="9052560" cy="704088"/>
          </a:xfrm>
        </p:spPr>
        <p:txBody>
          <a:bodyPr>
            <a:normAutofit/>
          </a:bodyPr>
          <a:lstStyle/>
          <a:p>
            <a:r>
              <a:rPr lang="en-US"/>
              <a:t>Tania Mishra, Xavier Barth, Luu Tran</a:t>
            </a:r>
          </a:p>
        </p:txBody>
      </p:sp>
    </p:spTree>
    <p:extLst>
      <p:ext uri="{BB962C8B-B14F-4D97-AF65-F5344CB8AC3E}">
        <p14:creationId xmlns:p14="http://schemas.microsoft.com/office/powerpoint/2010/main" val="11030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A5B2-E7E3-ADD9-1A34-BDE510C6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866900"/>
            <a:ext cx="9905999" cy="3124199"/>
          </a:xfrm>
        </p:spPr>
        <p:txBody>
          <a:bodyPr>
            <a:normAutofit/>
          </a:bodyPr>
          <a:lstStyle/>
          <a:p>
            <a:pPr algn="ctr"/>
            <a:r>
              <a:rPr lang="en-US" sz="60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Web demo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0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689E-900C-E3DF-75B8-FAD974E00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373" y="24765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 dirty="0"/>
              <a:t>Database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CA08D7-B49C-820D-3A58-45E07779F8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70" r="8982" b="-1"/>
          <a:stretch>
            <a:fillRect/>
          </a:stretch>
        </p:blipFill>
        <p:spPr>
          <a:xfrm>
            <a:off x="3949700" y="546673"/>
            <a:ext cx="7597927" cy="5764654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3105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3213C9F-F1B6-4980-95B6-4F07946C5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5291665" cy="557106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65100" dist="38100" dir="5400000" sx="102000" sy="10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book cover of a construction site&#10;&#10;AI-generated content may be incorrect.">
            <a:extLst>
              <a:ext uri="{FF2B5EF4-FFF2-40B4-BE49-F238E27FC236}">
                <a16:creationId xmlns:a16="http://schemas.microsoft.com/office/drawing/2014/main" id="{6DD4B5BD-A36A-EE39-C232-452B88F89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452" y="819429"/>
            <a:ext cx="3878309" cy="521662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AA28026-5AE8-4702-8944-83B64C48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5" y="643467"/>
            <a:ext cx="5291665" cy="557106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65100" dist="38100" dir="5400000" sx="102000" sy="10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C6A0E5-2E75-9906-E266-8C9C6929E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417732" y="1342660"/>
            <a:ext cx="4948242" cy="418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9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957FC-AC52-24B7-D707-9D152E81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8889-B65F-C20E-EC57-9E7402B7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7785E-71C0-813D-2DDA-A6910FA82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effectLst/>
              </a:rPr>
              <a:t>“On June 23, 1933, the former Communist member of the Freiburg Town Council, Kurt Hilbig, organized the only documented political demonstration by </a:t>
            </a:r>
            <a:r>
              <a:rPr lang="en-US" sz="1900" dirty="0" err="1">
                <a:effectLst/>
              </a:rPr>
              <a:t>Ankenbuck</a:t>
            </a:r>
            <a:r>
              <a:rPr lang="en-US" sz="1900" dirty="0">
                <a:effectLst/>
              </a:rPr>
              <a:t> inmates.” (ECG, document #1264, </a:t>
            </a:r>
            <a:r>
              <a:rPr lang="en-US" sz="1900" dirty="0" err="1">
                <a:effectLst/>
              </a:rPr>
              <a:t>Ankenbuck</a:t>
            </a:r>
            <a:r>
              <a:rPr lang="en-US" sz="1900" dirty="0"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5205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F480-77C0-E062-09F5-4A5167F2E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E189-BB1C-17FE-48C5-89906CB1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B3466-A553-4887-4005-1DE2BE5C9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effectLst/>
              </a:rPr>
              <a:t>“On June 23, 1933, the former Communist member of the Freiburg Town Council, </a:t>
            </a:r>
            <a:r>
              <a:rPr lang="en-US" sz="1900" dirty="0">
                <a:effectLst/>
                <a:highlight>
                  <a:srgbClr val="800080"/>
                </a:highlight>
              </a:rPr>
              <a:t>Kurt Hilbig</a:t>
            </a:r>
            <a:r>
              <a:rPr lang="en-US" sz="1900" dirty="0">
                <a:effectLst/>
              </a:rPr>
              <a:t>, </a:t>
            </a:r>
            <a:r>
              <a:rPr lang="en-US" sz="1900" dirty="0">
                <a:effectLst/>
                <a:highlight>
                  <a:srgbClr val="0000FF"/>
                </a:highlight>
              </a:rPr>
              <a:t>organized</a:t>
            </a:r>
            <a:r>
              <a:rPr lang="en-US" sz="1900" dirty="0">
                <a:effectLst/>
              </a:rPr>
              <a:t> </a:t>
            </a:r>
            <a:r>
              <a:rPr lang="en-US" sz="1900" dirty="0">
                <a:effectLst/>
                <a:highlight>
                  <a:srgbClr val="008000"/>
                </a:highlight>
              </a:rPr>
              <a:t>the only documented political demonstration by </a:t>
            </a:r>
            <a:r>
              <a:rPr lang="en-US" sz="1900" dirty="0" err="1">
                <a:effectLst/>
                <a:highlight>
                  <a:srgbClr val="008000"/>
                </a:highlight>
              </a:rPr>
              <a:t>Ankenbuck</a:t>
            </a:r>
            <a:r>
              <a:rPr lang="en-US" sz="1900" dirty="0">
                <a:effectLst/>
                <a:highlight>
                  <a:srgbClr val="008000"/>
                </a:highlight>
              </a:rPr>
              <a:t> inmates.</a:t>
            </a:r>
            <a:r>
              <a:rPr lang="en-US" sz="1900" dirty="0">
                <a:effectLst/>
              </a:rPr>
              <a:t>” (ECG, document #1264, </a:t>
            </a:r>
            <a:r>
              <a:rPr lang="en-US" sz="1900" dirty="0" err="1">
                <a:effectLst/>
                <a:highlight>
                  <a:srgbClr val="800000"/>
                </a:highlight>
              </a:rPr>
              <a:t>Ankenbuck</a:t>
            </a:r>
            <a:r>
              <a:rPr lang="en-US" sz="1900" dirty="0">
                <a:effectLst/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endParaRPr lang="en-US" sz="1900" dirty="0">
              <a:effectLst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effectLst/>
                <a:highlight>
                  <a:srgbClr val="800080"/>
                </a:highlight>
              </a:rPr>
              <a:t>Person</a:t>
            </a:r>
            <a:r>
              <a:rPr lang="en-US" sz="1900" dirty="0">
                <a:effectLst/>
              </a:rPr>
              <a:t> (Subject): 5796, Individual, Kurt Hilbig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effectLst/>
                <a:highlight>
                  <a:srgbClr val="0000FF"/>
                </a:highlight>
              </a:rPr>
              <a:t>Verb</a:t>
            </a:r>
            <a:r>
              <a:rPr lang="en-US" sz="1900" dirty="0">
                <a:effectLst/>
              </a:rPr>
              <a:t>: Organized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effectLst/>
                <a:highlight>
                  <a:srgbClr val="800000"/>
                </a:highlight>
              </a:rPr>
              <a:t>Location</a:t>
            </a:r>
            <a:r>
              <a:rPr lang="en-US" sz="1900" dirty="0">
                <a:effectLst/>
              </a:rPr>
              <a:t>: 14, </a:t>
            </a:r>
            <a:r>
              <a:rPr lang="en-US" sz="1900" dirty="0" err="1">
                <a:effectLst/>
              </a:rPr>
              <a:t>Ankenbuck</a:t>
            </a:r>
            <a:r>
              <a:rPr lang="en-US" sz="1900" dirty="0">
                <a:effectLst/>
              </a:rPr>
              <a:t>, Early Concentration Camp, Modern-day Germany</a:t>
            </a:r>
          </a:p>
        </p:txBody>
      </p:sp>
    </p:spTree>
    <p:extLst>
      <p:ext uri="{BB962C8B-B14F-4D97-AF65-F5344CB8AC3E}">
        <p14:creationId xmlns:p14="http://schemas.microsoft.com/office/powerpoint/2010/main" val="1959413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5820-9C66-F178-A31A-E18B7FAF0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F11-8A98-19DA-0BE5-26CDE4E8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Interpreter –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82938-E308-301D-A9FA-8DBCBED72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>
                <a:effectLst/>
              </a:rPr>
              <a:t>“On </a:t>
            </a:r>
            <a:r>
              <a:rPr lang="en-US">
                <a:effectLst/>
                <a:highlight>
                  <a:srgbClr val="808000"/>
                </a:highlight>
              </a:rPr>
              <a:t>June 23, 1933</a:t>
            </a:r>
            <a:r>
              <a:rPr lang="en-US">
                <a:effectLst/>
              </a:rPr>
              <a:t>, </a:t>
            </a:r>
            <a:r>
              <a:rPr lang="en-US">
                <a:effectLst/>
                <a:highlight>
                  <a:srgbClr val="008080"/>
                </a:highlight>
              </a:rPr>
              <a:t>the former Communist member of the Freiburg Town Council</a:t>
            </a:r>
            <a:r>
              <a:rPr lang="en-US">
                <a:effectLst/>
              </a:rPr>
              <a:t>, </a:t>
            </a:r>
            <a:r>
              <a:rPr lang="en-US">
                <a:effectLst/>
                <a:highlight>
                  <a:srgbClr val="800080"/>
                </a:highlight>
              </a:rPr>
              <a:t>Kurt Hilbig</a:t>
            </a:r>
            <a:r>
              <a:rPr lang="en-US">
                <a:effectLst/>
              </a:rPr>
              <a:t>, </a:t>
            </a:r>
            <a:r>
              <a:rPr lang="en-US">
                <a:effectLst/>
                <a:highlight>
                  <a:srgbClr val="0000FF"/>
                </a:highlight>
              </a:rPr>
              <a:t>organized</a:t>
            </a:r>
            <a:r>
              <a:rPr lang="en-US">
                <a:effectLst/>
              </a:rPr>
              <a:t> </a:t>
            </a:r>
            <a:r>
              <a:rPr lang="en-US">
                <a:effectLst/>
                <a:highlight>
                  <a:srgbClr val="008000"/>
                </a:highlight>
              </a:rPr>
              <a:t>the only documented political demonstration by </a:t>
            </a:r>
            <a:r>
              <a:rPr lang="en-US" err="1">
                <a:effectLst/>
                <a:highlight>
                  <a:srgbClr val="800000"/>
                </a:highlight>
              </a:rPr>
              <a:t>Ankenbuck</a:t>
            </a:r>
            <a:r>
              <a:rPr lang="en-US">
                <a:effectLst/>
                <a:highlight>
                  <a:srgbClr val="008000"/>
                </a:highlight>
              </a:rPr>
              <a:t> inmates.</a:t>
            </a:r>
            <a:r>
              <a:rPr lang="en-US">
                <a:effectLst/>
              </a:rPr>
              <a:t>” (ECG, document #1264, </a:t>
            </a:r>
            <a:r>
              <a:rPr lang="en-US" err="1">
                <a:effectLst/>
                <a:highlight>
                  <a:srgbClr val="800000"/>
                </a:highlight>
              </a:rPr>
              <a:t>Ankenbuck</a:t>
            </a:r>
            <a:r>
              <a:rPr lang="en-US">
                <a:effectLst/>
              </a:rPr>
              <a:t>)</a:t>
            </a:r>
          </a:p>
          <a:p>
            <a:pPr marL="0" indent="0">
              <a:buNone/>
            </a:pPr>
            <a:endParaRPr lang="en-US">
              <a:effectLst/>
            </a:endParaRPr>
          </a:p>
          <a:p>
            <a:pPr marL="0" indent="0">
              <a:buNone/>
            </a:pPr>
            <a:r>
              <a:rPr lang="en-US">
                <a:effectLst/>
                <a:highlight>
                  <a:srgbClr val="800080"/>
                </a:highlight>
              </a:rPr>
              <a:t>Person</a:t>
            </a:r>
            <a:r>
              <a:rPr lang="en-US">
                <a:effectLst/>
              </a:rPr>
              <a:t> (Subject): 5796, Individual, Kurt Hilbig, </a:t>
            </a:r>
            <a:r>
              <a:rPr lang="en-US">
                <a:effectLst/>
                <a:highlight>
                  <a:srgbClr val="008080"/>
                </a:highlight>
              </a:rPr>
              <a:t>former Communist member of the Freiburg Town Council</a:t>
            </a:r>
            <a:endParaRPr lang="en-US">
              <a:effectLst/>
            </a:endParaRPr>
          </a:p>
          <a:p>
            <a:pPr marL="0" indent="0">
              <a:buNone/>
            </a:pPr>
            <a:r>
              <a:rPr lang="en-US">
                <a:effectLst/>
                <a:highlight>
                  <a:srgbClr val="0000FF"/>
                </a:highlight>
              </a:rPr>
              <a:t>Verb</a:t>
            </a:r>
            <a:r>
              <a:rPr lang="en-US">
                <a:effectLst/>
              </a:rPr>
              <a:t>: Organized</a:t>
            </a:r>
          </a:p>
          <a:p>
            <a:pPr marL="0" indent="0">
              <a:buNone/>
            </a:pPr>
            <a:r>
              <a:rPr lang="en-US">
                <a:effectLst/>
                <a:highlight>
                  <a:srgbClr val="800000"/>
                </a:highlight>
              </a:rPr>
              <a:t>Location</a:t>
            </a:r>
            <a:r>
              <a:rPr lang="en-US">
                <a:effectLst/>
              </a:rPr>
              <a:t>: 14, </a:t>
            </a:r>
            <a:r>
              <a:rPr lang="en-US" err="1">
                <a:effectLst/>
              </a:rPr>
              <a:t>Ankenbuck</a:t>
            </a:r>
            <a:r>
              <a:rPr lang="en-US">
                <a:effectLst/>
              </a:rPr>
              <a:t>, Early Concentration Camp, Modern-day Germany</a:t>
            </a:r>
          </a:p>
          <a:p>
            <a:pPr marL="0" indent="0">
              <a:buNone/>
            </a:pPr>
            <a:r>
              <a:rPr lang="en-US">
                <a:effectLst/>
                <a:highlight>
                  <a:srgbClr val="808000"/>
                </a:highlight>
              </a:rPr>
              <a:t>Date</a:t>
            </a:r>
            <a:r>
              <a:rPr lang="en-US">
                <a:effectLst/>
              </a:rPr>
              <a:t>: 23, June, 1933</a:t>
            </a:r>
          </a:p>
        </p:txBody>
      </p:sp>
    </p:spTree>
    <p:extLst>
      <p:ext uri="{BB962C8B-B14F-4D97-AF65-F5344CB8AC3E}">
        <p14:creationId xmlns:p14="http://schemas.microsoft.com/office/powerpoint/2010/main" val="1761308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8438-3B1F-BFE1-0493-9336569A3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694600"/>
            <a:ext cx="8686800" cy="1468800"/>
          </a:xfrm>
        </p:spPr>
        <p:txBody>
          <a:bodyPr anchor="ctr"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33309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be32f68-c72d-420d-b5bd-750c63a268e4}" enabled="0" method="" siteId="{abe32f68-c72d-420d-b5bd-750c63a268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0</TotalTime>
  <Words>303</Words>
  <Application>Microsoft Macintosh PowerPoint</Application>
  <PresentationFormat>Widescreen</PresentationFormat>
  <Paragraphs>31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Century Gothic</vt:lpstr>
      <vt:lpstr>Mesh</vt:lpstr>
      <vt:lpstr>People of the Holocaust</vt:lpstr>
      <vt:lpstr>Web demo</vt:lpstr>
      <vt:lpstr>Database</vt:lpstr>
      <vt:lpstr>PowerPoint Presentation</vt:lpstr>
      <vt:lpstr>Interpreter</vt:lpstr>
      <vt:lpstr>Interpreter</vt:lpstr>
      <vt:lpstr>Interpreter – Next Steps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Tania Mishra</dc:creator>
  <cp:lastModifiedBy>Tania Mishra</cp:lastModifiedBy>
  <cp:revision>1</cp:revision>
  <dcterms:created xsi:type="dcterms:W3CDTF">2026-04-23T18:30:57Z</dcterms:created>
  <dcterms:modified xsi:type="dcterms:W3CDTF">2026-04-27T17:35:55Z</dcterms:modified>
</cp:coreProperties>
</file>